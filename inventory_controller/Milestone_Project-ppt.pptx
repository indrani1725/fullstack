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Inventory Control &amp; Stock Tracking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3820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TIRUMANI INDRANI– VTU24820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23UECS0902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-M.E.,PH.D,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Assistant Professor 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Industry,Innovation,and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86000" y="2171699"/>
            <a:ext cx="1529591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small businesses still track their shop items using old paper notebooks which is very slow and hard to maintain.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easy to make mistakes in counting items by hand, leading to confusion in the total stock.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is important because it makes the shop management 100% digital and much more accurate.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the owner save time every day and focus more on selling products to customers rather than paperwork.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tool is perfect for small electronics stores that need to track items like mobile phones and accessories.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people who are not computer experts to manage a professional database easily without any special training.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StockPro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simple web-based system that records every single item in the shop inventory securely.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tracks product names, categories, prices, and stock levels in a clear digital table that is easy to read.</a:t>
            </a:r>
          </a:p>
          <a:p>
            <a:pPr algn="just"/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701819" y="1741463"/>
            <a:ext cx="15590307" cy="7658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Tracking stock by hand is very disorganized and takes a lot of time to update every single day.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LOSS: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Shop owners often lose records because paper can get damaged, wet, or lost in a busy shop environment.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extremely difficult to find one specific item quickly when you have to look through many pages of a book.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ALERTS: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automatic warning system to tell the owner when a product is running low or finished.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Figuring out the total value or total quantity of all stock in the shop takes a very long time by hand.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Writing down wrong numbers in a ledger leads to incorrect business reports and loss of money.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existing business software is too hard and too expensive for small shop owners to understand.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Paper books are not safe as anyone can open them and see private business data and profit margins.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057400" y="2095500"/>
            <a:ext cx="152347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simple "Web Dashboard" that tracks all shop items like Laptops and Phones in one digital list.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fast "Search Tool" so the owner can find any product information in less than a second.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"Low Stock Alert" system that warns the owner when items are finishing soon.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DATA ACCURACY 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"Secure Login" page that protects private shop records from unauthorized people.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"100% Data Accuracy" by removing the risk of human counting mistakes found in paper books.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all business data safely in a "MySQL Database" so it never gets lost or damaged.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167367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999632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057400" y="1982349"/>
            <a:ext cx="152347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digital website built using PHP language and a safe MySQL database to store all product information.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RECORDS: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system replaces old paper books with a fast and modern system running on your own laptop.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solves the problem of missing data by saving every entry permanently on the local computer server.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EDITING: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owner can add, edit, or delete any product from the list with just one simple mouse click.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NUMBERING: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automatically gives every new item a unique ID number to keep the list organized.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STOCK ALERT: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shows a visual warning in red color whenever the stock of an item falls below ten units.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FRIENDLY: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design is very clean and simple so that any beginner can understand it in just a few minutes.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runs on a private "3307 Port" to stay fast and ensure the system never crashes during work.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7457" y="469386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9609" y="3358604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9609" y="2025210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9609" y="4026234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89609" y="2690973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89609" y="6468447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89609" y="580268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89609" y="712655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89609" y="779418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800188" y="-9594535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51520" y="948564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90500" y="38099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rchitecture of Web-based Inventory Management System ">
            <a:extLst>
              <a:ext uri="{FF2B5EF4-FFF2-40B4-BE49-F238E27FC236}">
                <a16:creationId xmlns:a16="http://schemas.microsoft.com/office/drawing/2014/main" id="{10EEE433-489F-B33D-4B15-C2601D2D9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0" y="1752600"/>
            <a:ext cx="11201400" cy="67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E59F96-7A4B-0F75-85C6-94220627F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102262"/>
            <a:ext cx="10515599" cy="61514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33600" y="2015464"/>
            <a:ext cx="151585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used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a clean and professional-looking website interface for the shop owner.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used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to make the "Dashboard" and "Buttons" look modern and easy to click.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main logic of the system is built using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handles adding and deleting products from the list.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ensures that when you click "Add New Product," the information is processed quickly and correctly.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used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all the shop data safely, including product names, prices, and stock quantities.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is connected using a private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3307 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the connection stays fast and secure.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used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Control Panel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run our local server so the website can work on any laptop.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runs smoothly on any basic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Laptop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at least 4GB of RAM and a modern web browser.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108040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94901" y="8006151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33600" y="2015464"/>
            <a:ext cx="151585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secure entry door to the system that protects all your private shop records from outsiders.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module ensures that only the authorized admin "rani" can enter and change the information.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DASHBOARD: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home page of the project that shows a clear summary of every item currently in the shop.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STATUS: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tells the owner exactly how many total items are in the inventory at this exact moment.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MANAGER: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core section of the software where you can add new items like Laptops and Phones easily.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CONTROL: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 can update the prices or the quantity of items whenever new deliveries arrive at the shop.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very fast search bar used to find any product instantly just by typing the first few letters.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ALERTS: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the owner answer customers quickly about what is available and what needs to be ordered.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241594-4057-CFF5-6F8B-A863EFF430C0}"/>
              </a:ext>
            </a:extLst>
          </p:cNvPr>
          <p:cNvSpPr txBox="1"/>
          <p:nvPr/>
        </p:nvSpPr>
        <p:spPr>
          <a:xfrm>
            <a:off x="2038663" y="1992355"/>
            <a:ext cx="142106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foundation relies on XAMPP, utilizing a local Apache server and a MySQL database connected via a private port for secure data management.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BCCC41F-DEB5-FEF2-6E39-9718282ED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3140934"/>
            <a:ext cx="9509193" cy="506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0D0CC-F1BE-A44D-F394-01789F2F46A1}"/>
              </a:ext>
            </a:extLst>
          </p:cNvPr>
          <p:cNvSpPr txBox="1"/>
          <p:nvPr/>
        </p:nvSpPr>
        <p:spPr>
          <a:xfrm>
            <a:off x="2102746" y="1859697"/>
            <a:ext cx="142106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secure login module provides a gateway to the system, ensuring that only the authorized administrator can access and modify inventory records.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3357E99-C6E1-BEBC-4839-824EDCCE2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2813804"/>
            <a:ext cx="6553200" cy="574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“dashboard “provides a real-time summary of the entire inventory, including quick-action buttons to add products and manage supplier information.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16206-E26D-5B8A-9520-7BC895903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681229"/>
            <a:ext cx="11178915" cy="634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308985" y="-386172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EF934-403B-0FBB-75B5-846D95F1F067}"/>
              </a:ext>
            </a:extLst>
          </p:cNvPr>
          <p:cNvSpPr txBox="1"/>
          <p:nvPr/>
        </p:nvSpPr>
        <p:spPr>
          <a:xfrm>
            <a:off x="1828156" y="2015465"/>
            <a:ext cx="142106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Page features a dynamic audit log that tracks all inventory movements, displaying linked product updates and timestamps directly from the transactions table.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3D772E-9AA7-3A53-4D38-A117E9105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088" y="3345825"/>
            <a:ext cx="9500312" cy="495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23E302-2935-AC6E-325A-00AB18AE65AE}"/>
              </a:ext>
            </a:extLst>
          </p:cNvPr>
          <p:cNvSpPr txBox="1"/>
          <p:nvPr/>
        </p:nvSpPr>
        <p:spPr>
          <a:xfrm>
            <a:off x="2468986" y="1765694"/>
            <a:ext cx="13380614" cy="726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is built with very simple logic so anyone can learn how to use it in 5 minutes.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100% correct data every time and removes all human counting or writing errors.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Searching for any product in the inventory takes less than one second using the built-in search tool.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EFFECTIVE: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free to use for any shop because it uses open-source tools like XAMPP, PHP, and MySQL.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 must keep the XAMPP control panel running on the laptop for the website to be accessible.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ACCESS: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works only on the shop's laptop and is not connected to the public internet for better privacy.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computer is lost or formatted, you need a backup copy of the database to get your data back.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USER: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Currently, the system only supports one admin user to manage the entire shop inventory at a time.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1505</Words>
  <Application>Microsoft Office PowerPoint</Application>
  <PresentationFormat>Custom</PresentationFormat>
  <Paragraphs>225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Gotham</vt:lpstr>
      <vt:lpstr>Gotham Bold Italics</vt:lpstr>
      <vt:lpstr>Bookman Old Style</vt:lpstr>
      <vt:lpstr>Arial</vt:lpstr>
      <vt:lpstr>Calibri</vt:lpstr>
      <vt:lpstr>Times New Roman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Tirumani Indrani</dc:creator>
  <cp:lastModifiedBy>Tirumani Indrani</cp:lastModifiedBy>
  <cp:revision>16</cp:revision>
  <dcterms:created xsi:type="dcterms:W3CDTF">2006-08-16T00:00:00Z</dcterms:created>
  <dcterms:modified xsi:type="dcterms:W3CDTF">2026-03-25T05:39:25Z</dcterms:modified>
  <dc:identifier>DAHCaYqJ9OU</dc:identifier>
</cp:coreProperties>
</file>